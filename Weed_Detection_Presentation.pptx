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Weed Detection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Precision Agriculture |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ML-based weed detection reduces yield loss and improves precision agriculture.</a:t>
            </a:r>
          </a:p>
          <a:p>
            <a:r>
              <a:t>Accuracy achieved: 91.4%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Weeds cause up to 45% crop loss.</a:t>
            </a:r>
          </a:p>
          <a:p>
            <a:r>
              <a:t>Traditional methods are costly and inefficient.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ML model</a:t>
            </a:r>
          </a:p>
          <a:p>
            <a:r>
              <a:t>Compare algorithms</a:t>
            </a:r>
          </a:p>
          <a:p>
            <a:r>
              <a:t>Enable real-time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12,000 images</a:t>
            </a:r>
          </a:p>
          <a:p>
            <a:r>
              <a:t>10 classes</a:t>
            </a:r>
          </a:p>
          <a:p>
            <a:r>
              <a:t>RGB images</a:t>
            </a:r>
          </a:p>
          <a:p>
            <a:r>
              <a:t>Balanced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preprocessing</a:t>
            </a:r>
          </a:p>
          <a:p>
            <a:r>
              <a:t>Feature extraction</a:t>
            </a:r>
          </a:p>
          <a:p>
            <a:r>
              <a:t>Model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HOG</a:t>
            </a:r>
          </a:p>
          <a:p>
            <a:r>
              <a:t>Color Histogram</a:t>
            </a:r>
          </a:p>
          <a:p>
            <a:r>
              <a:t>GLCM Texture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Classifier</a:t>
            </a:r>
          </a:p>
          <a:p>
            <a:r>
              <a:t>200 trees</a:t>
            </a:r>
          </a:p>
          <a:p>
            <a:r>
              <a:t>Balanced class weights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91.4%</a:t>
            </a:r>
          </a:p>
          <a:p>
            <a:r>
              <a:t>Precision: 90.7%</a:t>
            </a:r>
          </a:p>
          <a:p>
            <a:r>
              <a:t>Recall: 89.9%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prediction vs actual classes</a:t>
            </a:r>
          </a:p>
          <a:p>
            <a:r>
              <a:t>Identifies misclassification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HOG most important</a:t>
            </a:r>
          </a:p>
          <a:p>
            <a:r>
              <a:t>Color second</a:t>
            </a:r>
          </a:p>
          <a:p>
            <a:r>
              <a:t>GLCM supportive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accuracy</a:t>
            </a:r>
          </a:p>
          <a:p>
            <a:r>
              <a:t>Low overfitting</a:t>
            </a:r>
          </a:p>
          <a:p>
            <a:r>
              <a:t>Fast inference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spraying</a:t>
            </a:r>
          </a:p>
          <a:p>
            <a:r>
              <a:t>Drones</a:t>
            </a:r>
          </a:p>
          <a:p>
            <a:r>
              <a:t>Robotics</a:t>
            </a:r>
          </a:p>
          <a:p>
            <a:r>
              <a:t>Mobile apps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Lighting issues</a:t>
            </a:r>
          </a:p>
          <a:p>
            <a:r>
              <a:t>Dataset limitations</a:t>
            </a:r>
          </a:p>
          <a:p>
            <a:r>
              <a:t>No localization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improves weed detection</a:t>
            </a:r>
          </a:p>
          <a:p>
            <a:r>
              <a:t>Supports sustainable farming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CNN models</a:t>
            </a:r>
          </a:p>
          <a:p>
            <a:r>
              <a:t>Add Indian weed dataset</a:t>
            </a:r>
          </a:p>
          <a:p>
            <a:r>
              <a:t>Deploy on mobile apps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